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png" ContentType="image/png"/>
  <Default Extension="fntdata" ContentType="application/x-fontdata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1" /><Relationship Type="http://schemas.openxmlformats.org/package/2006/relationships/metadata/thumbnail" Target="/docProps/thumbnail.jpeg" Id="rId2" /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true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omorrow" panose="00000000000000000000" charset="1"/>
      <p:regular r:id="rId18"/>
    </p:embeddedFont>
    <p:embeddedFont>
      <p:font typeface="Tomorrow Bold" panose="00000000000000000000" charset="1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font" Target="/ppt/fonts/font18.fntdata" Id="rId18" /><Relationship Type="http://schemas.openxmlformats.org/officeDocument/2006/relationships/font" Target="/ppt/fonts/font19.fntdata" Id="rId19" /><Relationship Type="http://schemas.openxmlformats.org/officeDocument/2006/relationships/presProps" Target="/ppt/presProps.xml" Id="rId2" /><Relationship Type="http://schemas.openxmlformats.org/officeDocument/2006/relationships/viewProps" Target="/ppt/viewProps.xml" Id="rId3" /><Relationship Type="http://schemas.openxmlformats.org/officeDocument/2006/relationships/theme" Target="/ppt/theme/theme1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2" /><Relationship Type="http://schemas.openxmlformats.org/officeDocument/2006/relationships/slideLayout" Target="/ppt/slideLayouts/slideLayout7.xml" Id="rId7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.png" Id="rId2" /><Relationship Type="http://schemas.openxmlformats.org/officeDocument/2006/relationships/image" Target="/ppt/media/image2.png" Id="rI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3.jpeg" Id="rId2" /><Relationship Type="http://schemas.openxmlformats.org/officeDocument/2006/relationships/image" Target="/ppt/media/image4.jpeg" Id="rId3" /><Relationship Type="http://schemas.openxmlformats.org/officeDocument/2006/relationships/image" Target="/ppt/media/image5.jpeg" Id="rId4" /><Relationship Type="http://schemas.openxmlformats.org/officeDocument/2006/relationships/image" Target="/ppt/media/image6.png" Id="rI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7.jpeg" Id="rId2" /><Relationship Type="http://schemas.openxmlformats.org/officeDocument/2006/relationships/image" Target="/ppt/media/image2.png" Id="rI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6.png" Id="rId10" /><Relationship Type="http://schemas.openxmlformats.org/officeDocument/2006/relationships/image" Target="/ppt/media/image17.jpeg" Id="rId11" /><Relationship Type="http://schemas.openxmlformats.org/officeDocument/2006/relationships/image" Target="/ppt/media/image18.png" Id="rId12" /><Relationship Type="http://schemas.openxmlformats.org/officeDocument/2006/relationships/image" Target="/ppt/media/image19.png" Id="rId13" /><Relationship Type="http://schemas.openxmlformats.org/officeDocument/2006/relationships/image" Target="/ppt/media/image8.jpeg" Id="rId2" /><Relationship Type="http://schemas.openxmlformats.org/officeDocument/2006/relationships/image" Target="/ppt/media/image9.jpeg" Id="rId3" /><Relationship Type="http://schemas.openxmlformats.org/officeDocument/2006/relationships/image" Target="/ppt/media/image10.jpeg" Id="rId4" /><Relationship Type="http://schemas.openxmlformats.org/officeDocument/2006/relationships/image" Target="/ppt/media/image11.png" Id="rId5" /><Relationship Type="http://schemas.openxmlformats.org/officeDocument/2006/relationships/image" Target="/ppt/media/image12.png" Id="rId6" /><Relationship Type="http://schemas.openxmlformats.org/officeDocument/2006/relationships/image" Target="/ppt/media/image13.jpeg" Id="rId7" /><Relationship Type="http://schemas.openxmlformats.org/officeDocument/2006/relationships/image" Target="/ppt/media/image14.png" Id="rId8" /><Relationship Type="http://schemas.openxmlformats.org/officeDocument/2006/relationships/image" Target="/ppt/media/image15.jpeg" Id="rI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0.jpeg" Id="rId2" /><Relationship Type="http://schemas.openxmlformats.org/officeDocument/2006/relationships/image" Target="/ppt/media/image11.png" Id="rId3" /><Relationship Type="http://schemas.openxmlformats.org/officeDocument/2006/relationships/image" Target="/ppt/media/image21.jpeg" Id="rI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2.png" Id="rId2" /><Relationship Type="http://schemas.openxmlformats.org/officeDocument/2006/relationships/image" Target="/ppt/media/image23.jpeg" Id="rId3" /><Relationship Type="http://schemas.openxmlformats.org/officeDocument/2006/relationships/image" Target="/ppt/media/image24.jpeg" Id="rI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5.png" Id="rId2" /><Relationship Type="http://schemas.openxmlformats.org/officeDocument/2006/relationships/image" Target="/ppt/media/image26.png" Id="rId3" /><Relationship Type="http://schemas.openxmlformats.org/officeDocument/2006/relationships/image" Target="/ppt/media/image27.png" Id="rI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2.png" Id="rId2" /><Relationship Type="http://schemas.openxmlformats.org/officeDocument/2006/relationships/image" Target="/ppt/media/image28.png" Id="rId3" /><Relationship Type="http://schemas.openxmlformats.org/officeDocument/2006/relationships/image" Target="/ppt/media/image29.png" Id="rId4" /><Relationship Type="http://schemas.openxmlformats.org/officeDocument/2006/relationships/image" Target="/ppt/media/image30.png" Id="rI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2.png" Id="rId2" /><Relationship Type="http://schemas.openxmlformats.org/officeDocument/2006/relationships/image" Target="/ppt/media/image31.png" Id="rI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32.png" Id="rI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33.png" Id="rId2" /><Relationship Type="http://schemas.openxmlformats.org/officeDocument/2006/relationships/image" Target="/ppt/media/image34.jpeg" Id="rId3" /><Relationship Type="http://schemas.openxmlformats.org/officeDocument/2006/relationships/image" Target="/ppt/media/image35.jpeg" Id="rI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5.png" Id="rId2" /><Relationship Type="http://schemas.openxmlformats.org/officeDocument/2006/relationships/image" Target="/ppt/media/image36.png" Id="rId3" /><Relationship Type="http://schemas.openxmlformats.org/officeDocument/2006/relationships/image" Target="/ppt/media/image2.png" Id="rId4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17873" y="1044695"/>
            <a:ext cx="11370777" cy="8229600"/>
          </a:xfrm>
          <a:custGeom>
            <a:avLst/>
            <a:gdLst/>
            <a:ahLst/>
            <a:cxnLst/>
            <a:rect r="r" b="b" t="t" l="l"/>
            <a:pathLst>
              <a:path h="8229600" w="11370777">
                <a:moveTo>
                  <a:pt x="0" y="0"/>
                </a:moveTo>
                <a:lnTo>
                  <a:pt x="11370777" y="0"/>
                </a:lnTo>
                <a:lnTo>
                  <a:pt x="1137077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176689" y="7564340"/>
            <a:ext cx="16230600" cy="6877717"/>
          </a:xfrm>
          <a:custGeom>
            <a:avLst/>
            <a:gdLst/>
            <a:ahLst/>
            <a:cxnLst/>
            <a:rect r="r" b="b" t="t" l="l"/>
            <a:pathLst>
              <a:path h="6877717" w="16230600">
                <a:moveTo>
                  <a:pt x="0" y="0"/>
                </a:moveTo>
                <a:lnTo>
                  <a:pt x="16230600" y="0"/>
                </a:lnTo>
                <a:lnTo>
                  <a:pt x="16230600" y="6877717"/>
                </a:lnTo>
                <a:lnTo>
                  <a:pt x="0" y="68777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362950"/>
            <a:ext cx="16230600" cy="223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45"/>
              </a:lnSpc>
            </a:pPr>
            <a:r>
              <a:rPr lang="en-US" sz="12961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SMARTSHELFX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210546" y="-4843815"/>
            <a:ext cx="16230600" cy="6877717"/>
          </a:xfrm>
          <a:custGeom>
            <a:avLst/>
            <a:gdLst/>
            <a:ahLst/>
            <a:cxnLst/>
            <a:rect r="r" b="b" t="t" l="l"/>
            <a:pathLst>
              <a:path h="6877717" w="16230600">
                <a:moveTo>
                  <a:pt x="0" y="0"/>
                </a:moveTo>
                <a:lnTo>
                  <a:pt x="16230600" y="0"/>
                </a:lnTo>
                <a:lnTo>
                  <a:pt x="16230600" y="6877716"/>
                </a:lnTo>
                <a:lnTo>
                  <a:pt x="0" y="68777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59066" y="4509636"/>
            <a:ext cx="9857541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Smart Inventory Management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94284" y="5390672"/>
            <a:ext cx="7322324" cy="387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Team Members:</a:t>
            </a:r>
          </a:p>
          <a:p>
            <a:pPr algn="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Surabhi S</a:t>
            </a:r>
          </a:p>
          <a:p>
            <a:pPr algn="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Mounika Daru</a:t>
            </a:r>
          </a:p>
          <a:p>
            <a:pPr algn="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Janhavi Maurya</a:t>
            </a:r>
          </a:p>
          <a:p>
            <a:pPr algn="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Kranthi Kumar</a:t>
            </a:r>
          </a:p>
          <a:p>
            <a:pPr algn="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Mentor:Suramya Biswas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10377" y="1717436"/>
            <a:ext cx="6852129" cy="68521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6208" y="26208"/>
              <a:ext cx="760384" cy="760384"/>
            </a:xfrm>
            <a:custGeom>
              <a:avLst/>
              <a:gdLst/>
              <a:ahLst/>
              <a:cxnLst/>
              <a:rect r="r" b="b" t="t" l="l"/>
              <a:pathLst>
                <a:path h="760384" w="760384">
                  <a:moveTo>
                    <a:pt x="424932" y="18532"/>
                  </a:moveTo>
                  <a:lnTo>
                    <a:pt x="741852" y="335452"/>
                  </a:lnTo>
                  <a:cubicBezTo>
                    <a:pt x="753718" y="347318"/>
                    <a:pt x="760384" y="363411"/>
                    <a:pt x="760384" y="380192"/>
                  </a:cubicBezTo>
                  <a:cubicBezTo>
                    <a:pt x="760384" y="396973"/>
                    <a:pt x="753718" y="413066"/>
                    <a:pt x="741852" y="424932"/>
                  </a:cubicBezTo>
                  <a:lnTo>
                    <a:pt x="424932" y="741852"/>
                  </a:lnTo>
                  <a:cubicBezTo>
                    <a:pt x="413066" y="753718"/>
                    <a:pt x="396973" y="760384"/>
                    <a:pt x="380192" y="760384"/>
                  </a:cubicBezTo>
                  <a:cubicBezTo>
                    <a:pt x="363411" y="760384"/>
                    <a:pt x="347318" y="753718"/>
                    <a:pt x="335452" y="741852"/>
                  </a:cubicBezTo>
                  <a:lnTo>
                    <a:pt x="18532" y="424932"/>
                  </a:lnTo>
                  <a:cubicBezTo>
                    <a:pt x="6666" y="413066"/>
                    <a:pt x="0" y="396973"/>
                    <a:pt x="0" y="380192"/>
                  </a:cubicBezTo>
                  <a:cubicBezTo>
                    <a:pt x="0" y="363411"/>
                    <a:pt x="6666" y="347318"/>
                    <a:pt x="18532" y="335452"/>
                  </a:cubicBezTo>
                  <a:lnTo>
                    <a:pt x="335452" y="18532"/>
                  </a:lnTo>
                  <a:cubicBezTo>
                    <a:pt x="347318" y="6666"/>
                    <a:pt x="363411" y="0"/>
                    <a:pt x="380192" y="0"/>
                  </a:cubicBezTo>
                  <a:cubicBezTo>
                    <a:pt x="396973" y="0"/>
                    <a:pt x="413066" y="6666"/>
                    <a:pt x="424932" y="18532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2673294"/>
            <a:ext cx="9288613" cy="512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5"/>
              </a:lnSpc>
            </a:pPr>
            <a:r>
              <a:rPr lang="en-US" sz="4500" spc="-24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▪︎Introduction</a:t>
            </a:r>
          </a:p>
          <a:p>
            <a:pPr algn="l">
              <a:lnSpc>
                <a:spcPts val="5805"/>
              </a:lnSpc>
            </a:pPr>
            <a:r>
              <a:rPr lang="en-US" sz="4500" spc="-24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▪︎Technology Stack</a:t>
            </a:r>
          </a:p>
          <a:p>
            <a:pPr algn="l">
              <a:lnSpc>
                <a:spcPts val="5805"/>
              </a:lnSpc>
            </a:pPr>
            <a:r>
              <a:rPr lang="en-US" sz="4500" spc="-24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▪︎Modules Overview</a:t>
            </a:r>
          </a:p>
          <a:p>
            <a:pPr algn="l">
              <a:lnSpc>
                <a:spcPts val="5805"/>
              </a:lnSpc>
            </a:pPr>
            <a:r>
              <a:rPr lang="en-US" sz="4500" spc="-24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▪︎Project Outcomes</a:t>
            </a:r>
          </a:p>
          <a:p>
            <a:pPr algn="l">
              <a:lnSpc>
                <a:spcPts val="5805"/>
              </a:lnSpc>
            </a:pPr>
            <a:r>
              <a:rPr lang="en-US" sz="4500" spc="-24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▪︎Future Enhancement &amp; Challenges</a:t>
            </a:r>
          </a:p>
          <a:p>
            <a:pPr algn="l">
              <a:lnSpc>
                <a:spcPts val="5805"/>
              </a:lnSpc>
            </a:pPr>
            <a:r>
              <a:rPr lang="en-US" sz="4500" spc="-24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▪︎Conclusion</a:t>
            </a:r>
          </a:p>
          <a:p>
            <a:pPr algn="l" marL="0" indent="0" lvl="1">
              <a:lnSpc>
                <a:spcPts val="5805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2202753" y="-2004387"/>
            <a:ext cx="5516006" cy="551600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4883" y="24883"/>
              <a:ext cx="763034" cy="763034"/>
            </a:xfrm>
            <a:custGeom>
              <a:avLst/>
              <a:gdLst/>
              <a:ahLst/>
              <a:cxnLst/>
              <a:rect r="r" b="b" t="t" l="l"/>
              <a:pathLst>
                <a:path h="763034" w="763034">
                  <a:moveTo>
                    <a:pt x="437094" y="30694"/>
                  </a:moveTo>
                  <a:lnTo>
                    <a:pt x="732340" y="325940"/>
                  </a:lnTo>
                  <a:cubicBezTo>
                    <a:pt x="763034" y="356634"/>
                    <a:pt x="763034" y="406400"/>
                    <a:pt x="732340" y="437094"/>
                  </a:cubicBezTo>
                  <a:lnTo>
                    <a:pt x="437094" y="732340"/>
                  </a:lnTo>
                  <a:cubicBezTo>
                    <a:pt x="406400" y="763034"/>
                    <a:pt x="356634" y="763034"/>
                    <a:pt x="325940" y="732340"/>
                  </a:cubicBezTo>
                  <a:lnTo>
                    <a:pt x="30694" y="437094"/>
                  </a:lnTo>
                  <a:cubicBezTo>
                    <a:pt x="0" y="406400"/>
                    <a:pt x="0" y="356634"/>
                    <a:pt x="30694" y="325940"/>
                  </a:cubicBezTo>
                  <a:lnTo>
                    <a:pt x="325940" y="30694"/>
                  </a:lnTo>
                  <a:cubicBezTo>
                    <a:pt x="356634" y="0"/>
                    <a:pt x="406400" y="0"/>
                    <a:pt x="437094" y="30694"/>
                  </a:cubicBezTo>
                  <a:close/>
                </a:path>
              </a:pathLst>
            </a:custGeom>
            <a:blipFill>
              <a:blip r:embed="rId3"/>
              <a:stretch>
                <a:fillRect l="0" t="-25046" r="0" b="-2504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049668" y="6500297"/>
            <a:ext cx="5516006" cy="551600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4883" y="24883"/>
              <a:ext cx="763034" cy="763034"/>
            </a:xfrm>
            <a:custGeom>
              <a:avLst/>
              <a:gdLst/>
              <a:ahLst/>
              <a:cxnLst/>
              <a:rect r="r" b="b" t="t" l="l"/>
              <a:pathLst>
                <a:path h="763034" w="763034">
                  <a:moveTo>
                    <a:pt x="437094" y="30694"/>
                  </a:moveTo>
                  <a:lnTo>
                    <a:pt x="732340" y="325940"/>
                  </a:lnTo>
                  <a:cubicBezTo>
                    <a:pt x="763034" y="356634"/>
                    <a:pt x="763034" y="406400"/>
                    <a:pt x="732340" y="437094"/>
                  </a:cubicBezTo>
                  <a:lnTo>
                    <a:pt x="437094" y="732340"/>
                  </a:lnTo>
                  <a:cubicBezTo>
                    <a:pt x="406400" y="763034"/>
                    <a:pt x="356634" y="763034"/>
                    <a:pt x="325940" y="732340"/>
                  </a:cubicBezTo>
                  <a:lnTo>
                    <a:pt x="30694" y="437094"/>
                  </a:lnTo>
                  <a:cubicBezTo>
                    <a:pt x="0" y="406400"/>
                    <a:pt x="0" y="356634"/>
                    <a:pt x="30694" y="325940"/>
                  </a:cubicBezTo>
                  <a:lnTo>
                    <a:pt x="325940" y="30694"/>
                  </a:lnTo>
                  <a:cubicBezTo>
                    <a:pt x="356634" y="0"/>
                    <a:pt x="406400" y="0"/>
                    <a:pt x="437094" y="30694"/>
                  </a:cubicBezTo>
                  <a:close/>
                </a:path>
              </a:pathLst>
            </a:custGeom>
            <a:blipFill>
              <a:blip r:embed="rId4"/>
              <a:stretch>
                <a:fillRect l="-24999" t="0" r="-24999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815456" y="7028934"/>
            <a:ext cx="13630807" cy="8229600"/>
          </a:xfrm>
          <a:custGeom>
            <a:avLst/>
            <a:gdLst/>
            <a:ahLst/>
            <a:cxnLst/>
            <a:rect r="r" b="b" t="t" l="l"/>
            <a:pathLst>
              <a:path h="8229600" w="13630807">
                <a:moveTo>
                  <a:pt x="0" y="0"/>
                </a:moveTo>
                <a:lnTo>
                  <a:pt x="13630808" y="0"/>
                </a:lnTo>
                <a:lnTo>
                  <a:pt x="136308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8158264" y="7028934"/>
            <a:ext cx="13630807" cy="8229600"/>
          </a:xfrm>
          <a:custGeom>
            <a:avLst/>
            <a:gdLst/>
            <a:ahLst/>
            <a:cxnLst/>
            <a:rect r="r" b="b" t="t" l="l"/>
            <a:pathLst>
              <a:path h="8229600" w="13630807">
                <a:moveTo>
                  <a:pt x="13630808" y="0"/>
                </a:moveTo>
                <a:lnTo>
                  <a:pt x="0" y="0"/>
                </a:lnTo>
                <a:lnTo>
                  <a:pt x="0" y="8229600"/>
                </a:lnTo>
                <a:lnTo>
                  <a:pt x="13630808" y="8229600"/>
                </a:lnTo>
                <a:lnTo>
                  <a:pt x="13630808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003061"/>
            <a:ext cx="7425037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500"/>
              </a:lnSpc>
            </a:pPr>
            <a:r>
              <a:rPr lang="en-US" b="true" sz="75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20019" y="-94202"/>
            <a:ext cx="11228526" cy="112285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5993" y="15993"/>
              <a:ext cx="780813" cy="780813"/>
            </a:xfrm>
            <a:custGeom>
              <a:avLst/>
              <a:gdLst/>
              <a:ahLst/>
              <a:cxnLst/>
              <a:rect r="r" b="b" t="t" l="l"/>
              <a:pathLst>
                <a:path h="780813" w="780813">
                  <a:moveTo>
                    <a:pt x="417709" y="11309"/>
                  </a:moveTo>
                  <a:lnTo>
                    <a:pt x="769505" y="363105"/>
                  </a:lnTo>
                  <a:cubicBezTo>
                    <a:pt x="776746" y="370346"/>
                    <a:pt x="780814" y="380167"/>
                    <a:pt x="780814" y="390407"/>
                  </a:cubicBezTo>
                  <a:cubicBezTo>
                    <a:pt x="780814" y="400647"/>
                    <a:pt x="776746" y="410468"/>
                    <a:pt x="769505" y="417709"/>
                  </a:cubicBezTo>
                  <a:lnTo>
                    <a:pt x="417709" y="769505"/>
                  </a:lnTo>
                  <a:cubicBezTo>
                    <a:pt x="410468" y="776746"/>
                    <a:pt x="400647" y="780814"/>
                    <a:pt x="390407" y="780814"/>
                  </a:cubicBezTo>
                  <a:cubicBezTo>
                    <a:pt x="380167" y="780814"/>
                    <a:pt x="370346" y="776746"/>
                    <a:pt x="363105" y="769505"/>
                  </a:cubicBezTo>
                  <a:lnTo>
                    <a:pt x="11309" y="417709"/>
                  </a:lnTo>
                  <a:cubicBezTo>
                    <a:pt x="4068" y="410468"/>
                    <a:pt x="0" y="400647"/>
                    <a:pt x="0" y="390407"/>
                  </a:cubicBezTo>
                  <a:cubicBezTo>
                    <a:pt x="0" y="380167"/>
                    <a:pt x="4068" y="370346"/>
                    <a:pt x="11309" y="363105"/>
                  </a:cubicBezTo>
                  <a:lnTo>
                    <a:pt x="363105" y="11309"/>
                  </a:lnTo>
                  <a:cubicBezTo>
                    <a:pt x="370346" y="4068"/>
                    <a:pt x="380167" y="0"/>
                    <a:pt x="390407" y="0"/>
                  </a:cubicBezTo>
                  <a:cubicBezTo>
                    <a:pt x="400647" y="0"/>
                    <a:pt x="410468" y="4068"/>
                    <a:pt x="417709" y="11309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787993">
            <a:off x="-388897" y="7641219"/>
            <a:ext cx="10950493" cy="4640272"/>
          </a:xfrm>
          <a:custGeom>
            <a:avLst/>
            <a:gdLst/>
            <a:ahLst/>
            <a:cxnLst/>
            <a:rect r="r" b="b" t="t" l="l"/>
            <a:pathLst>
              <a:path h="4640272" w="10950493">
                <a:moveTo>
                  <a:pt x="0" y="0"/>
                </a:moveTo>
                <a:lnTo>
                  <a:pt x="10950494" y="0"/>
                </a:lnTo>
                <a:lnTo>
                  <a:pt x="10950494" y="4640272"/>
                </a:lnTo>
                <a:lnTo>
                  <a:pt x="0" y="4640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334032">
            <a:off x="2515077" y="-3371778"/>
            <a:ext cx="10950493" cy="4640272"/>
          </a:xfrm>
          <a:custGeom>
            <a:avLst/>
            <a:gdLst/>
            <a:ahLst/>
            <a:cxnLst/>
            <a:rect r="r" b="b" t="t" l="l"/>
            <a:pathLst>
              <a:path h="4640272" w="10950493">
                <a:moveTo>
                  <a:pt x="10950494" y="0"/>
                </a:moveTo>
                <a:lnTo>
                  <a:pt x="0" y="0"/>
                </a:lnTo>
                <a:lnTo>
                  <a:pt x="0" y="4640272"/>
                </a:lnTo>
                <a:lnTo>
                  <a:pt x="10950494" y="4640272"/>
                </a:lnTo>
                <a:lnTo>
                  <a:pt x="1095049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62394"/>
            <a:ext cx="81153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00"/>
              </a:lnSpc>
            </a:pPr>
            <a:r>
              <a:rPr lang="en-US" b="true" sz="75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28462"/>
            <a:ext cx="9491319" cy="684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15"/>
              </a:lnSpc>
            </a:pPr>
            <a:r>
              <a:rPr lang="en-US" sz="3500" spc="-19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 SmartShelfX is an intelligent inventory management system designed for efficient stock control.</a:t>
            </a:r>
          </a:p>
          <a:p>
            <a:pPr algn="just">
              <a:lnSpc>
                <a:spcPts val="4515"/>
              </a:lnSpc>
            </a:pPr>
            <a:r>
              <a:rPr lang="en-US" sz="3500" spc="-19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• It enables seamless product management and real-time tracking of stock-in and stock-out operations.</a:t>
            </a:r>
          </a:p>
          <a:p>
            <a:pPr algn="just">
              <a:lnSpc>
                <a:spcPts val="4515"/>
              </a:lnSpc>
            </a:pPr>
            <a:r>
              <a:rPr lang="en-US" sz="3500" spc="-19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• Provides secure, role-based access for Admin, Manager, and Vendor users.</a:t>
            </a:r>
          </a:p>
          <a:p>
            <a:pPr algn="just">
              <a:lnSpc>
                <a:spcPts val="4515"/>
              </a:lnSpc>
            </a:pPr>
            <a:r>
              <a:rPr lang="en-US" sz="3500" spc="-19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• Delivers insightful reports and analytics to enhance decision-making and operational accuracy.</a:t>
            </a:r>
          </a:p>
          <a:p>
            <a:pPr algn="just" marL="0" indent="0" lvl="1">
              <a:lnSpc>
                <a:spcPts val="45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66998" y="2793957"/>
            <a:ext cx="4429149" cy="3835443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1598" y="0"/>
              <a:ext cx="4219244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19244">
                  <a:moveTo>
                    <a:pt x="3014461" y="0"/>
                  </a:moveTo>
                  <a:lnTo>
                    <a:pt x="1204783" y="0"/>
                  </a:lnTo>
                  <a:cubicBezTo>
                    <a:pt x="1102203" y="0"/>
                    <a:pt x="1007415" y="54724"/>
                    <a:pt x="956121" y="143559"/>
                  </a:cubicBezTo>
                  <a:lnTo>
                    <a:pt x="51293" y="1710641"/>
                  </a:lnTo>
                  <a:cubicBezTo>
                    <a:pt x="0" y="1799475"/>
                    <a:pt x="0" y="1908925"/>
                    <a:pt x="51293" y="1997759"/>
                  </a:cubicBezTo>
                  <a:lnTo>
                    <a:pt x="956121" y="3564841"/>
                  </a:lnTo>
                  <a:cubicBezTo>
                    <a:pt x="1007415" y="3653676"/>
                    <a:pt x="1102203" y="3708400"/>
                    <a:pt x="1204783" y="3708400"/>
                  </a:cubicBezTo>
                  <a:lnTo>
                    <a:pt x="3014461" y="3708400"/>
                  </a:lnTo>
                  <a:cubicBezTo>
                    <a:pt x="3117041" y="3708400"/>
                    <a:pt x="3211830" y="3653676"/>
                    <a:pt x="3263123" y="3564841"/>
                  </a:cubicBezTo>
                  <a:lnTo>
                    <a:pt x="4167951" y="1997759"/>
                  </a:lnTo>
                  <a:cubicBezTo>
                    <a:pt x="4219244" y="1908925"/>
                    <a:pt x="4219244" y="1799475"/>
                    <a:pt x="4167951" y="1710641"/>
                  </a:cubicBezTo>
                  <a:lnTo>
                    <a:pt x="3263123" y="143559"/>
                  </a:lnTo>
                  <a:cubicBezTo>
                    <a:pt x="3211829" y="54724"/>
                    <a:pt x="3117041" y="0"/>
                    <a:pt x="3014461" y="0"/>
                  </a:cubicBezTo>
                  <a:close/>
                </a:path>
              </a:pathLst>
            </a:custGeom>
            <a:blipFill>
              <a:blip r:embed="rId2"/>
              <a:stretch>
                <a:fillRect l="-16262" t="0" r="-1626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050870" y="819071"/>
            <a:ext cx="3386440" cy="2932505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1328" y="0"/>
              <a:ext cx="4199785" cy="3708400"/>
            </a:xfrm>
            <a:custGeom>
              <a:avLst/>
              <a:gdLst/>
              <a:ahLst/>
              <a:cxnLst/>
              <a:rect r="r" b="b" t="t" l="l"/>
              <a:pathLst>
                <a:path h="3708400" w="4199785">
                  <a:moveTo>
                    <a:pt x="2953689" y="0"/>
                  </a:moveTo>
                  <a:lnTo>
                    <a:pt x="1246095" y="0"/>
                  </a:lnTo>
                  <a:cubicBezTo>
                    <a:pt x="1111930" y="0"/>
                    <a:pt x="987956" y="71574"/>
                    <a:pt x="920869" y="187762"/>
                  </a:cubicBezTo>
                  <a:lnTo>
                    <a:pt x="67085" y="1666438"/>
                  </a:lnTo>
                  <a:cubicBezTo>
                    <a:pt x="0" y="1782624"/>
                    <a:pt x="0" y="1925776"/>
                    <a:pt x="67085" y="2041962"/>
                  </a:cubicBezTo>
                  <a:lnTo>
                    <a:pt x="920869" y="3520638"/>
                  </a:lnTo>
                  <a:cubicBezTo>
                    <a:pt x="987956" y="3636826"/>
                    <a:pt x="1111930" y="3708400"/>
                    <a:pt x="1246095" y="3708400"/>
                  </a:cubicBezTo>
                  <a:lnTo>
                    <a:pt x="2953689" y="3708400"/>
                  </a:lnTo>
                  <a:cubicBezTo>
                    <a:pt x="3087854" y="3708400"/>
                    <a:pt x="3211828" y="3636826"/>
                    <a:pt x="3278915" y="3520638"/>
                  </a:cubicBezTo>
                  <a:lnTo>
                    <a:pt x="4132699" y="2041962"/>
                  </a:lnTo>
                  <a:cubicBezTo>
                    <a:pt x="4199784" y="1925776"/>
                    <a:pt x="4199784" y="1782624"/>
                    <a:pt x="4132699" y="1666438"/>
                  </a:cubicBezTo>
                  <a:lnTo>
                    <a:pt x="3278915" y="187762"/>
                  </a:lnTo>
                  <a:cubicBezTo>
                    <a:pt x="3211828" y="71574"/>
                    <a:pt x="3087854" y="0"/>
                    <a:pt x="2953689" y="0"/>
                  </a:cubicBezTo>
                  <a:close/>
                </a:path>
              </a:pathLst>
            </a:custGeom>
            <a:blipFill>
              <a:blip r:embed="rId3"/>
              <a:stretch>
                <a:fillRect l="-9340" t="0" r="-934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374720" y="6300604"/>
            <a:ext cx="3452793" cy="2989963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0533" y="0"/>
              <a:ext cx="4201373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01373">
                  <a:moveTo>
                    <a:pt x="2958650" y="0"/>
                  </a:moveTo>
                  <a:lnTo>
                    <a:pt x="1242724" y="0"/>
                  </a:lnTo>
                  <a:cubicBezTo>
                    <a:pt x="1111137" y="0"/>
                    <a:pt x="989545" y="70198"/>
                    <a:pt x="923747" y="184154"/>
                  </a:cubicBezTo>
                  <a:lnTo>
                    <a:pt x="65797" y="1670047"/>
                  </a:lnTo>
                  <a:cubicBezTo>
                    <a:pt x="0" y="1784000"/>
                    <a:pt x="0" y="1924400"/>
                    <a:pt x="65797" y="2038353"/>
                  </a:cubicBezTo>
                  <a:lnTo>
                    <a:pt x="923747" y="3524247"/>
                  </a:lnTo>
                  <a:cubicBezTo>
                    <a:pt x="989545" y="3638202"/>
                    <a:pt x="1111137" y="3708400"/>
                    <a:pt x="1242724" y="3708400"/>
                  </a:cubicBezTo>
                  <a:lnTo>
                    <a:pt x="2958651" y="3708400"/>
                  </a:lnTo>
                  <a:cubicBezTo>
                    <a:pt x="3090238" y="3708400"/>
                    <a:pt x="3211829" y="3638202"/>
                    <a:pt x="3277627" y="3524247"/>
                  </a:cubicBezTo>
                  <a:lnTo>
                    <a:pt x="4135578" y="2038353"/>
                  </a:lnTo>
                  <a:cubicBezTo>
                    <a:pt x="4201374" y="1924400"/>
                    <a:pt x="4201374" y="1784000"/>
                    <a:pt x="4135577" y="1670047"/>
                  </a:cubicBezTo>
                  <a:lnTo>
                    <a:pt x="3277627" y="184154"/>
                  </a:lnTo>
                  <a:cubicBezTo>
                    <a:pt x="3211829" y="70198"/>
                    <a:pt x="3090237" y="0"/>
                    <a:pt x="2958650" y="0"/>
                  </a:cubicBezTo>
                  <a:close/>
                </a:path>
              </a:pathLst>
            </a:custGeom>
            <a:blipFill>
              <a:blip r:embed="rId4"/>
              <a:stretch>
                <a:fillRect l="-16763" t="0" r="-16763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-5792686">
            <a:off x="-1454928" y="6101774"/>
            <a:ext cx="5472684" cy="8229600"/>
          </a:xfrm>
          <a:custGeom>
            <a:avLst/>
            <a:gdLst/>
            <a:ahLst/>
            <a:cxnLst/>
            <a:rect r="r" b="b" t="t" l="l"/>
            <a:pathLst>
              <a:path h="8229600" w="5472684">
                <a:moveTo>
                  <a:pt x="0" y="0"/>
                </a:moveTo>
                <a:lnTo>
                  <a:pt x="5472684" y="0"/>
                </a:lnTo>
                <a:lnTo>
                  <a:pt x="54726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792686">
            <a:off x="14928588" y="-4942159"/>
            <a:ext cx="5472684" cy="8229600"/>
          </a:xfrm>
          <a:custGeom>
            <a:avLst/>
            <a:gdLst/>
            <a:ahLst/>
            <a:cxnLst/>
            <a:rect r="r" b="b" t="t" l="l"/>
            <a:pathLst>
              <a:path h="8229600" w="5472684">
                <a:moveTo>
                  <a:pt x="0" y="0"/>
                </a:moveTo>
                <a:lnTo>
                  <a:pt x="5472684" y="0"/>
                </a:lnTo>
                <a:lnTo>
                  <a:pt x="54726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3811686"/>
            <a:ext cx="1637561" cy="1331814"/>
          </a:xfrm>
          <a:custGeom>
            <a:avLst/>
            <a:gdLst/>
            <a:ahLst/>
            <a:cxnLst/>
            <a:rect r="r" b="b" t="t" l="l"/>
            <a:pathLst>
              <a:path h="1331814" w="1637561">
                <a:moveTo>
                  <a:pt x="0" y="0"/>
                </a:moveTo>
                <a:lnTo>
                  <a:pt x="1637561" y="0"/>
                </a:lnTo>
                <a:lnTo>
                  <a:pt x="1637561" y="1331814"/>
                </a:lnTo>
                <a:lnTo>
                  <a:pt x="0" y="1331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984" r="0" b="-598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210965" y="3783362"/>
            <a:ext cx="2383671" cy="1360138"/>
          </a:xfrm>
          <a:custGeom>
            <a:avLst/>
            <a:gdLst/>
            <a:ahLst/>
            <a:cxnLst/>
            <a:rect r="r" b="b" t="t" l="l"/>
            <a:pathLst>
              <a:path h="1360138" w="2383671">
                <a:moveTo>
                  <a:pt x="0" y="0"/>
                </a:moveTo>
                <a:lnTo>
                  <a:pt x="2383671" y="0"/>
                </a:lnTo>
                <a:lnTo>
                  <a:pt x="2383671" y="1360138"/>
                </a:lnTo>
                <a:lnTo>
                  <a:pt x="0" y="13601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112" t="-1101" r="0" b="-110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6279684"/>
            <a:ext cx="1637561" cy="1515901"/>
          </a:xfrm>
          <a:custGeom>
            <a:avLst/>
            <a:gdLst/>
            <a:ahLst/>
            <a:cxnLst/>
            <a:rect r="r" b="b" t="t" l="l"/>
            <a:pathLst>
              <a:path h="1515901" w="1637561">
                <a:moveTo>
                  <a:pt x="0" y="0"/>
                </a:moveTo>
                <a:lnTo>
                  <a:pt x="1637561" y="0"/>
                </a:lnTo>
                <a:lnTo>
                  <a:pt x="1637561" y="1515901"/>
                </a:lnTo>
                <a:lnTo>
                  <a:pt x="0" y="1515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569" b="-972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005135" y="6279684"/>
            <a:ext cx="2818080" cy="1515901"/>
          </a:xfrm>
          <a:custGeom>
            <a:avLst/>
            <a:gdLst/>
            <a:ahLst/>
            <a:cxnLst/>
            <a:rect r="r" b="b" t="t" l="l"/>
            <a:pathLst>
              <a:path h="1515901" w="2818080">
                <a:moveTo>
                  <a:pt x="0" y="0"/>
                </a:moveTo>
                <a:lnTo>
                  <a:pt x="2818080" y="0"/>
                </a:lnTo>
                <a:lnTo>
                  <a:pt x="2818080" y="1515901"/>
                </a:lnTo>
                <a:lnTo>
                  <a:pt x="0" y="15159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576" r="-4679" b="-839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44000" y="6279684"/>
            <a:ext cx="2906870" cy="1498754"/>
          </a:xfrm>
          <a:custGeom>
            <a:avLst/>
            <a:gdLst/>
            <a:ahLst/>
            <a:cxnLst/>
            <a:rect r="r" b="b" t="t" l="l"/>
            <a:pathLst>
              <a:path h="1498754" w="2906870">
                <a:moveTo>
                  <a:pt x="0" y="0"/>
                </a:moveTo>
                <a:lnTo>
                  <a:pt x="2906870" y="0"/>
                </a:lnTo>
                <a:lnTo>
                  <a:pt x="2906870" y="1498754"/>
                </a:lnTo>
                <a:lnTo>
                  <a:pt x="0" y="14987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453" t="0" r="-3453" b="-16116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005135" y="3783362"/>
            <a:ext cx="2818080" cy="1360138"/>
          </a:xfrm>
          <a:custGeom>
            <a:avLst/>
            <a:gdLst/>
            <a:ahLst/>
            <a:cxnLst/>
            <a:rect r="r" b="b" t="t" l="l"/>
            <a:pathLst>
              <a:path h="1360138" w="2818080">
                <a:moveTo>
                  <a:pt x="0" y="0"/>
                </a:moveTo>
                <a:lnTo>
                  <a:pt x="2818080" y="0"/>
                </a:lnTo>
                <a:lnTo>
                  <a:pt x="2818080" y="1360138"/>
                </a:lnTo>
                <a:lnTo>
                  <a:pt x="0" y="13601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4819" r="0" b="-6901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144000" y="3783362"/>
            <a:ext cx="2906870" cy="1360138"/>
          </a:xfrm>
          <a:custGeom>
            <a:avLst/>
            <a:gdLst/>
            <a:ahLst/>
            <a:cxnLst/>
            <a:rect r="r" b="b" t="t" l="l"/>
            <a:pathLst>
              <a:path h="1360138" w="2906870">
                <a:moveTo>
                  <a:pt x="0" y="0"/>
                </a:moveTo>
                <a:lnTo>
                  <a:pt x="2906870" y="0"/>
                </a:lnTo>
                <a:lnTo>
                  <a:pt x="2906870" y="1360138"/>
                </a:lnTo>
                <a:lnTo>
                  <a:pt x="0" y="136013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828" t="0" r="-2828" b="-1781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210965" y="6279684"/>
            <a:ext cx="2383671" cy="1498754"/>
          </a:xfrm>
          <a:custGeom>
            <a:avLst/>
            <a:gdLst/>
            <a:ahLst/>
            <a:cxnLst/>
            <a:rect r="r" b="b" t="t" l="l"/>
            <a:pathLst>
              <a:path h="1498754" w="2383671">
                <a:moveTo>
                  <a:pt x="0" y="0"/>
                </a:moveTo>
                <a:lnTo>
                  <a:pt x="2383671" y="0"/>
                </a:lnTo>
                <a:lnTo>
                  <a:pt x="2383671" y="1498754"/>
                </a:lnTo>
                <a:lnTo>
                  <a:pt x="0" y="14987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21244" r="0" b="-37799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1407654"/>
            <a:ext cx="8115300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00"/>
              </a:lnSpc>
            </a:pPr>
            <a:r>
              <a:rPr lang="en-US" b="true" sz="75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TECHNOLOGY STACK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8000849"/>
            <a:ext cx="1653389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515"/>
              </a:lnSpc>
              <a:spcBef>
                <a:spcPct val="0"/>
              </a:spcBef>
            </a:pPr>
            <a:r>
              <a:rPr lang="en-US" sz="3500" spc="-19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Chart.js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10965" y="5338614"/>
            <a:ext cx="2383671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515"/>
              </a:lnSpc>
              <a:spcBef>
                <a:spcPct val="0"/>
              </a:spcBef>
            </a:pPr>
            <a:r>
              <a:rPr lang="en-US" sz="3500" spc="-19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SpringBoot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53345" y="5338614"/>
            <a:ext cx="2921660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515"/>
              </a:lnSpc>
              <a:spcBef>
                <a:spcPct val="0"/>
              </a:spcBef>
            </a:pPr>
            <a:r>
              <a:rPr lang="en-US" sz="3500" spc="-19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Spring Security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5338614"/>
            <a:ext cx="1653389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515"/>
              </a:lnSpc>
              <a:spcBef>
                <a:spcPct val="0"/>
              </a:spcBef>
            </a:pPr>
            <a:r>
              <a:rPr lang="en-US" sz="3500" spc="-19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React Js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30969" y="8000849"/>
            <a:ext cx="2383671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515"/>
              </a:lnSpc>
              <a:spcBef>
                <a:spcPct val="0"/>
              </a:spcBef>
            </a:pPr>
            <a:r>
              <a:rPr lang="en-US" sz="3500" spc="-19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Java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10668" y="8000849"/>
            <a:ext cx="2383671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515"/>
              </a:lnSpc>
              <a:spcBef>
                <a:spcPct val="0"/>
              </a:spcBef>
            </a:pPr>
            <a:r>
              <a:rPr lang="en-US" sz="3500" spc="-19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Eclipse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59961" y="5338614"/>
            <a:ext cx="3163738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515"/>
              </a:lnSpc>
              <a:spcBef>
                <a:spcPct val="0"/>
              </a:spcBef>
            </a:pPr>
            <a:r>
              <a:rPr lang="en-US" sz="3500" spc="-19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Spring</a:t>
            </a:r>
            <a:r>
              <a:rPr lang="en-US" sz="3500" spc="-19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Data JPA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210965" y="8000849"/>
            <a:ext cx="2383671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515"/>
              </a:lnSpc>
              <a:spcBef>
                <a:spcPct val="0"/>
              </a:spcBef>
            </a:pPr>
            <a:r>
              <a:rPr lang="en-US" sz="3500" spc="-19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MySql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36252" y="1011854"/>
            <a:ext cx="4751748" cy="4114800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9453" y="0"/>
              <a:ext cx="4223534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23534">
                  <a:moveTo>
                    <a:pt x="3027860" y="0"/>
                  </a:moveTo>
                  <a:lnTo>
                    <a:pt x="1195674" y="0"/>
                  </a:lnTo>
                  <a:cubicBezTo>
                    <a:pt x="1100058" y="0"/>
                    <a:pt x="1011705" y="51009"/>
                    <a:pt x="963894" y="133813"/>
                  </a:cubicBezTo>
                  <a:lnTo>
                    <a:pt x="47810" y="1720387"/>
                  </a:lnTo>
                  <a:cubicBezTo>
                    <a:pt x="0" y="1803190"/>
                    <a:pt x="0" y="1905210"/>
                    <a:pt x="47810" y="1988013"/>
                  </a:cubicBezTo>
                  <a:lnTo>
                    <a:pt x="963894" y="3574587"/>
                  </a:lnTo>
                  <a:cubicBezTo>
                    <a:pt x="1011705" y="3657391"/>
                    <a:pt x="1100058" y="3708400"/>
                    <a:pt x="1195674" y="3708400"/>
                  </a:cubicBezTo>
                  <a:lnTo>
                    <a:pt x="3027860" y="3708400"/>
                  </a:lnTo>
                  <a:cubicBezTo>
                    <a:pt x="3123476" y="3708400"/>
                    <a:pt x="3211829" y="3657391"/>
                    <a:pt x="3259640" y="3574587"/>
                  </a:cubicBezTo>
                  <a:lnTo>
                    <a:pt x="4175724" y="1988013"/>
                  </a:lnTo>
                  <a:cubicBezTo>
                    <a:pt x="4223534" y="1905210"/>
                    <a:pt x="4223534" y="1803190"/>
                    <a:pt x="4175724" y="1720387"/>
                  </a:cubicBezTo>
                  <a:lnTo>
                    <a:pt x="3259640" y="133813"/>
                  </a:lnTo>
                  <a:cubicBezTo>
                    <a:pt x="3211829" y="51009"/>
                    <a:pt x="3123476" y="0"/>
                    <a:pt x="3027860" y="0"/>
                  </a:cubicBezTo>
                  <a:close/>
                </a:path>
              </a:pathLst>
            </a:custGeom>
            <a:blipFill>
              <a:blip r:embed="rId2"/>
              <a:stretch>
                <a:fillRect l="-16227" t="0" r="-16227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4631279">
            <a:off x="17404665" y="1655934"/>
            <a:ext cx="9343794" cy="14050818"/>
          </a:xfrm>
          <a:custGeom>
            <a:avLst/>
            <a:gdLst/>
            <a:ahLst/>
            <a:cxnLst/>
            <a:rect r="r" b="b" t="t" l="l"/>
            <a:pathLst>
              <a:path h="14050818" w="9343794">
                <a:moveTo>
                  <a:pt x="0" y="0"/>
                </a:moveTo>
                <a:lnTo>
                  <a:pt x="9343794" y="0"/>
                </a:lnTo>
                <a:lnTo>
                  <a:pt x="9343794" y="14050819"/>
                </a:lnTo>
                <a:lnTo>
                  <a:pt x="0" y="14050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091287"/>
            <a:ext cx="9802287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b="true" sz="3500" spc="-19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Inventory Catalog &amp; Product Management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348171" y="4015658"/>
            <a:ext cx="4751748" cy="4114800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9453" y="0"/>
              <a:ext cx="4223534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23534">
                  <a:moveTo>
                    <a:pt x="3027860" y="0"/>
                  </a:moveTo>
                  <a:lnTo>
                    <a:pt x="1195674" y="0"/>
                  </a:lnTo>
                  <a:cubicBezTo>
                    <a:pt x="1100058" y="0"/>
                    <a:pt x="1011705" y="51009"/>
                    <a:pt x="963894" y="133813"/>
                  </a:cubicBezTo>
                  <a:lnTo>
                    <a:pt x="47810" y="1720387"/>
                  </a:lnTo>
                  <a:cubicBezTo>
                    <a:pt x="0" y="1803190"/>
                    <a:pt x="0" y="1905210"/>
                    <a:pt x="47810" y="1988013"/>
                  </a:cubicBezTo>
                  <a:lnTo>
                    <a:pt x="963894" y="3574587"/>
                  </a:lnTo>
                  <a:cubicBezTo>
                    <a:pt x="1011705" y="3657391"/>
                    <a:pt x="1100058" y="3708400"/>
                    <a:pt x="1195674" y="3708400"/>
                  </a:cubicBezTo>
                  <a:lnTo>
                    <a:pt x="3027860" y="3708400"/>
                  </a:lnTo>
                  <a:cubicBezTo>
                    <a:pt x="3123476" y="3708400"/>
                    <a:pt x="3211829" y="3657391"/>
                    <a:pt x="3259640" y="3574587"/>
                  </a:cubicBezTo>
                  <a:lnTo>
                    <a:pt x="4175724" y="1988013"/>
                  </a:lnTo>
                  <a:cubicBezTo>
                    <a:pt x="4223534" y="1905210"/>
                    <a:pt x="4223534" y="1803190"/>
                    <a:pt x="4175724" y="1720387"/>
                  </a:cubicBezTo>
                  <a:lnTo>
                    <a:pt x="3259640" y="133813"/>
                  </a:lnTo>
                  <a:cubicBezTo>
                    <a:pt x="3211829" y="51009"/>
                    <a:pt x="3123476" y="0"/>
                    <a:pt x="3027860" y="0"/>
                  </a:cubicBezTo>
                  <a:close/>
                </a:path>
              </a:pathLst>
            </a:custGeom>
            <a:blipFill>
              <a:blip r:embed="rId4"/>
              <a:stretch>
                <a:fillRect l="-16268" t="0" r="-16268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375709"/>
            <a:ext cx="1091866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00"/>
              </a:lnSpc>
            </a:pPr>
            <a:r>
              <a:rPr lang="en-US" b="true" sz="75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MODULES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5576" y="3091733"/>
            <a:ext cx="8008458" cy="874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483"/>
              </a:lnSpc>
              <a:spcBef>
                <a:spcPct val="0"/>
              </a:spcBef>
            </a:pPr>
            <a:r>
              <a:rPr lang="en-US" sz="2700" spc="-14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This module manages login and authentication with role-based access for Admin, Manager, and Vendor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509184"/>
            <a:ext cx="6447265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b="true" sz="3500" spc="-19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User &amp; Role Management: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5576" y="4829474"/>
            <a:ext cx="8008458" cy="131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483"/>
              </a:lnSpc>
              <a:spcBef>
                <a:spcPct val="0"/>
              </a:spcBef>
            </a:pPr>
            <a:r>
              <a:rPr lang="en-US" sz="2700" spc="-14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It allows adding, updating, and organizing product details including Stock Keeping Unit(SKU), category, vendor, and reorder level.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5576" y="6978219"/>
            <a:ext cx="8008458" cy="874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483"/>
              </a:lnSpc>
              <a:spcBef>
                <a:spcPct val="0"/>
              </a:spcBef>
            </a:pPr>
            <a:r>
              <a:rPr lang="en-US" sz="2700" spc="-14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This module records incoming and outgoing stock to maintain accurate real-time inventory levels.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338234"/>
            <a:ext cx="8505333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b="true" sz="3500" spc="-19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Stock In / Stock Out Management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858234"/>
            <a:ext cx="6008477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515"/>
              </a:lnSpc>
              <a:buFont typeface="Arial"/>
              <a:buChar char="•"/>
            </a:pPr>
            <a:r>
              <a:rPr lang="en-US" b="true" sz="3500" spc="-192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Analytics Dashboard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5576" y="8427258"/>
            <a:ext cx="8008458" cy="131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483"/>
              </a:lnSpc>
              <a:spcBef>
                <a:spcPct val="0"/>
              </a:spcBef>
            </a:pPr>
            <a:r>
              <a:rPr lang="en-US" sz="2700" spc="-14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</a:t>
            </a:r>
            <a:r>
              <a:rPr lang="en-US" sz="2700" spc="-14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 provides visual insights through charts showing inventory trends, purchase and sales comparison, and demand analysis.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65907" y="-11348965"/>
            <a:ext cx="12183808" cy="16492465"/>
          </a:xfrm>
          <a:custGeom>
            <a:avLst/>
            <a:gdLst/>
            <a:ahLst/>
            <a:cxnLst/>
            <a:rect r="r" b="b" t="t" l="l"/>
            <a:pathLst>
              <a:path h="16492465" w="12183808">
                <a:moveTo>
                  <a:pt x="0" y="0"/>
                </a:moveTo>
                <a:lnTo>
                  <a:pt x="12183808" y="0"/>
                </a:lnTo>
                <a:lnTo>
                  <a:pt x="12183808" y="16492465"/>
                </a:lnTo>
                <a:lnTo>
                  <a:pt x="0" y="16492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59265"/>
            <a:ext cx="1106492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00"/>
              </a:lnSpc>
            </a:pPr>
            <a:r>
              <a:rPr lang="en-US" b="true" sz="75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PROJECT OUTCOMES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384913" y="-324501"/>
            <a:ext cx="11228526" cy="1122852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5993" y="15993"/>
              <a:ext cx="780813" cy="780813"/>
            </a:xfrm>
            <a:custGeom>
              <a:avLst/>
              <a:gdLst/>
              <a:ahLst/>
              <a:cxnLst/>
              <a:rect r="r" b="b" t="t" l="l"/>
              <a:pathLst>
                <a:path h="780813" w="780813">
                  <a:moveTo>
                    <a:pt x="417709" y="11309"/>
                  </a:moveTo>
                  <a:lnTo>
                    <a:pt x="769505" y="363105"/>
                  </a:lnTo>
                  <a:cubicBezTo>
                    <a:pt x="776746" y="370346"/>
                    <a:pt x="780814" y="380167"/>
                    <a:pt x="780814" y="390407"/>
                  </a:cubicBezTo>
                  <a:cubicBezTo>
                    <a:pt x="780814" y="400647"/>
                    <a:pt x="776746" y="410468"/>
                    <a:pt x="769505" y="417709"/>
                  </a:cubicBezTo>
                  <a:lnTo>
                    <a:pt x="417709" y="769505"/>
                  </a:lnTo>
                  <a:cubicBezTo>
                    <a:pt x="410468" y="776746"/>
                    <a:pt x="400647" y="780814"/>
                    <a:pt x="390407" y="780814"/>
                  </a:cubicBezTo>
                  <a:cubicBezTo>
                    <a:pt x="380167" y="780814"/>
                    <a:pt x="370346" y="776746"/>
                    <a:pt x="363105" y="769505"/>
                  </a:cubicBezTo>
                  <a:lnTo>
                    <a:pt x="11309" y="417709"/>
                  </a:lnTo>
                  <a:cubicBezTo>
                    <a:pt x="4068" y="410468"/>
                    <a:pt x="0" y="400647"/>
                    <a:pt x="0" y="390407"/>
                  </a:cubicBezTo>
                  <a:cubicBezTo>
                    <a:pt x="0" y="380167"/>
                    <a:pt x="4068" y="370346"/>
                    <a:pt x="11309" y="363105"/>
                  </a:cubicBezTo>
                  <a:lnTo>
                    <a:pt x="363105" y="11309"/>
                  </a:lnTo>
                  <a:cubicBezTo>
                    <a:pt x="370346" y="4068"/>
                    <a:pt x="380167" y="0"/>
                    <a:pt x="390407" y="0"/>
                  </a:cubicBezTo>
                  <a:cubicBezTo>
                    <a:pt x="400647" y="0"/>
                    <a:pt x="410468" y="4068"/>
                    <a:pt x="417709" y="11309"/>
                  </a:cubicBezTo>
                  <a:close/>
                </a:path>
              </a:pathLst>
            </a:custGeom>
            <a:blipFill>
              <a:blip r:embed="rId3"/>
              <a:stretch>
                <a:fillRect l="-25046" t="0" r="-2504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58424" y="2608295"/>
            <a:ext cx="5070409" cy="507040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444" y="16444"/>
              <a:ext cx="779912" cy="779912"/>
            </a:xfrm>
            <a:custGeom>
              <a:avLst/>
              <a:gdLst/>
              <a:ahLst/>
              <a:cxnLst/>
              <a:rect r="r" b="b" t="t" l="l"/>
              <a:pathLst>
                <a:path h="779912" w="779912">
                  <a:moveTo>
                    <a:pt x="418027" y="11627"/>
                  </a:moveTo>
                  <a:lnTo>
                    <a:pt x="768285" y="361885"/>
                  </a:lnTo>
                  <a:cubicBezTo>
                    <a:pt x="775730" y="369330"/>
                    <a:pt x="779912" y="379427"/>
                    <a:pt x="779912" y="389956"/>
                  </a:cubicBezTo>
                  <a:cubicBezTo>
                    <a:pt x="779912" y="400485"/>
                    <a:pt x="775730" y="410582"/>
                    <a:pt x="768285" y="418027"/>
                  </a:cubicBezTo>
                  <a:lnTo>
                    <a:pt x="418027" y="768285"/>
                  </a:lnTo>
                  <a:cubicBezTo>
                    <a:pt x="410582" y="775730"/>
                    <a:pt x="400485" y="779912"/>
                    <a:pt x="389956" y="779912"/>
                  </a:cubicBezTo>
                  <a:cubicBezTo>
                    <a:pt x="379427" y="779912"/>
                    <a:pt x="369330" y="775730"/>
                    <a:pt x="361885" y="768285"/>
                  </a:cubicBezTo>
                  <a:lnTo>
                    <a:pt x="11627" y="418027"/>
                  </a:lnTo>
                  <a:cubicBezTo>
                    <a:pt x="4182" y="410582"/>
                    <a:pt x="0" y="400485"/>
                    <a:pt x="0" y="389956"/>
                  </a:cubicBezTo>
                  <a:cubicBezTo>
                    <a:pt x="0" y="379427"/>
                    <a:pt x="4182" y="369330"/>
                    <a:pt x="11627" y="361885"/>
                  </a:cubicBezTo>
                  <a:lnTo>
                    <a:pt x="361885" y="11627"/>
                  </a:lnTo>
                  <a:cubicBezTo>
                    <a:pt x="369330" y="4182"/>
                    <a:pt x="379427" y="0"/>
                    <a:pt x="389956" y="0"/>
                  </a:cubicBezTo>
                  <a:cubicBezTo>
                    <a:pt x="400485" y="0"/>
                    <a:pt x="410582" y="4182"/>
                    <a:pt x="418027" y="11627"/>
                  </a:cubicBezTo>
                  <a:close/>
                </a:path>
              </a:pathLst>
            </a:custGeom>
            <a:blipFill>
              <a:blip r:embed="rId4"/>
              <a:stretch>
                <a:fillRect l="-25046" t="0" r="-25046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3868762" y="8806815"/>
            <a:ext cx="12183808" cy="16492465"/>
          </a:xfrm>
          <a:custGeom>
            <a:avLst/>
            <a:gdLst/>
            <a:ahLst/>
            <a:cxnLst/>
            <a:rect r="r" b="b" t="t" l="l"/>
            <a:pathLst>
              <a:path h="16492465" w="12183808">
                <a:moveTo>
                  <a:pt x="0" y="0"/>
                </a:moveTo>
                <a:lnTo>
                  <a:pt x="12183809" y="0"/>
                </a:lnTo>
                <a:lnTo>
                  <a:pt x="12183809" y="16492465"/>
                </a:lnTo>
                <a:lnTo>
                  <a:pt x="0" y="16492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872233"/>
            <a:ext cx="8529724" cy="627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28"/>
              </a:lnSpc>
            </a:pPr>
            <a:r>
              <a:rPr lang="en-US" sz="3200" spc="-1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  Achieved secure and role-based access control for Admin, Manager, and Vendor users.</a:t>
            </a:r>
          </a:p>
          <a:p>
            <a:pPr algn="l">
              <a:lnSpc>
                <a:spcPts val="4128"/>
              </a:lnSpc>
            </a:pPr>
            <a:r>
              <a:rPr lang="en-US" sz="3200" spc="-1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  Enabled efficient product tracking and management using SKU, category, and reorder details.</a:t>
            </a:r>
          </a:p>
          <a:p>
            <a:pPr algn="just">
              <a:lnSpc>
                <a:spcPts val="4128"/>
              </a:lnSpc>
            </a:pPr>
            <a:r>
              <a:rPr lang="en-US" sz="3200" spc="-1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 Improved real-time stock accuracy through automated updates on product availability and reorder status.</a:t>
            </a:r>
          </a:p>
          <a:p>
            <a:pPr algn="just">
              <a:lnSpc>
                <a:spcPts val="4128"/>
              </a:lnSpc>
            </a:pPr>
            <a:r>
              <a:rPr lang="en-US" sz="3200" spc="-1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 Provided insightful analytics dashboards for better decision-making using visual reports and trends.</a:t>
            </a:r>
          </a:p>
          <a:p>
            <a:pPr algn="just" marL="0" indent="0" lvl="1">
              <a:lnSpc>
                <a:spcPts val="412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6439" y="-365656"/>
            <a:ext cx="18190920" cy="13438542"/>
          </a:xfrm>
          <a:custGeom>
            <a:avLst/>
            <a:gdLst/>
            <a:ahLst/>
            <a:cxnLst/>
            <a:rect r="r" b="b" t="t" l="l"/>
            <a:pathLst>
              <a:path h="13438542" w="18190920">
                <a:moveTo>
                  <a:pt x="0" y="0"/>
                </a:moveTo>
                <a:lnTo>
                  <a:pt x="18190920" y="0"/>
                </a:lnTo>
                <a:lnTo>
                  <a:pt x="18190920" y="13438542"/>
                </a:lnTo>
                <a:lnTo>
                  <a:pt x="0" y="1343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4827" y="3662153"/>
            <a:ext cx="9399846" cy="4858246"/>
          </a:xfrm>
          <a:custGeom>
            <a:avLst/>
            <a:gdLst/>
            <a:ahLst/>
            <a:cxnLst/>
            <a:rect r="r" b="b" t="t" l="l"/>
            <a:pathLst>
              <a:path h="4858246" w="9399846">
                <a:moveTo>
                  <a:pt x="0" y="0"/>
                </a:moveTo>
                <a:lnTo>
                  <a:pt x="9399846" y="0"/>
                </a:lnTo>
                <a:lnTo>
                  <a:pt x="9399846" y="4858246"/>
                </a:lnTo>
                <a:lnTo>
                  <a:pt x="0" y="48582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162" t="0" r="-9599" b="-806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36369" y="3188265"/>
            <a:ext cx="8107860" cy="5806022"/>
          </a:xfrm>
          <a:custGeom>
            <a:avLst/>
            <a:gdLst/>
            <a:ahLst/>
            <a:cxnLst/>
            <a:rect r="r" b="b" t="t" l="l"/>
            <a:pathLst>
              <a:path h="5806022" w="8107860">
                <a:moveTo>
                  <a:pt x="0" y="0"/>
                </a:moveTo>
                <a:lnTo>
                  <a:pt x="8107860" y="0"/>
                </a:lnTo>
                <a:lnTo>
                  <a:pt x="8107860" y="5806022"/>
                </a:lnTo>
                <a:lnTo>
                  <a:pt x="0" y="5806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438" t="0" r="-2194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43000"/>
            <a:ext cx="153439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75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VISUALIZING SMARTSHELFX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89373" y="2289388"/>
            <a:ext cx="16230600" cy="51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128"/>
              </a:lnSpc>
              <a:spcBef>
                <a:spcPct val="0"/>
              </a:spcBef>
            </a:pPr>
            <a:r>
              <a:rPr lang="en-US" sz="3200" spc="-1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 look at the user interface and the core components of the system.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65907" y="-11348965"/>
            <a:ext cx="12183808" cy="16492465"/>
          </a:xfrm>
          <a:custGeom>
            <a:avLst/>
            <a:gdLst/>
            <a:ahLst/>
            <a:cxnLst/>
            <a:rect r="r" b="b" t="t" l="l"/>
            <a:pathLst>
              <a:path h="16492465" w="12183808">
                <a:moveTo>
                  <a:pt x="0" y="0"/>
                </a:moveTo>
                <a:lnTo>
                  <a:pt x="12183808" y="0"/>
                </a:lnTo>
                <a:lnTo>
                  <a:pt x="12183808" y="16492465"/>
                </a:lnTo>
                <a:lnTo>
                  <a:pt x="0" y="16492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868762" y="8806815"/>
            <a:ext cx="12183808" cy="16492465"/>
          </a:xfrm>
          <a:custGeom>
            <a:avLst/>
            <a:gdLst/>
            <a:ahLst/>
            <a:cxnLst/>
            <a:rect r="r" b="b" t="t" l="l"/>
            <a:pathLst>
              <a:path h="16492465" w="12183808">
                <a:moveTo>
                  <a:pt x="0" y="0"/>
                </a:moveTo>
                <a:lnTo>
                  <a:pt x="12183809" y="0"/>
                </a:lnTo>
                <a:lnTo>
                  <a:pt x="12183809" y="16492465"/>
                </a:lnTo>
                <a:lnTo>
                  <a:pt x="0" y="16492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598650"/>
            <a:ext cx="7671950" cy="3653766"/>
          </a:xfrm>
          <a:custGeom>
            <a:avLst/>
            <a:gdLst/>
            <a:ahLst/>
            <a:cxnLst/>
            <a:rect r="r" b="b" t="t" l="l"/>
            <a:pathLst>
              <a:path h="3653766" w="7671950">
                <a:moveTo>
                  <a:pt x="0" y="0"/>
                </a:moveTo>
                <a:lnTo>
                  <a:pt x="7671950" y="0"/>
                </a:lnTo>
                <a:lnTo>
                  <a:pt x="7671950" y="3653766"/>
                </a:lnTo>
                <a:lnTo>
                  <a:pt x="0" y="36537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21237" y="2598650"/>
            <a:ext cx="7938063" cy="3653766"/>
          </a:xfrm>
          <a:custGeom>
            <a:avLst/>
            <a:gdLst/>
            <a:ahLst/>
            <a:cxnLst/>
            <a:rect r="r" b="b" t="t" l="l"/>
            <a:pathLst>
              <a:path h="3653766" w="7938063">
                <a:moveTo>
                  <a:pt x="0" y="0"/>
                </a:moveTo>
                <a:lnTo>
                  <a:pt x="7938063" y="0"/>
                </a:lnTo>
                <a:lnTo>
                  <a:pt x="7938063" y="3653766"/>
                </a:lnTo>
                <a:lnTo>
                  <a:pt x="0" y="3653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56" t="0" r="-215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03587" y="6632004"/>
            <a:ext cx="8422920" cy="3369168"/>
          </a:xfrm>
          <a:custGeom>
            <a:avLst/>
            <a:gdLst/>
            <a:ahLst/>
            <a:cxnLst/>
            <a:rect r="r" b="b" t="t" l="l"/>
            <a:pathLst>
              <a:path h="3369168" w="8422920">
                <a:moveTo>
                  <a:pt x="0" y="0"/>
                </a:moveTo>
                <a:lnTo>
                  <a:pt x="8422920" y="0"/>
                </a:lnTo>
                <a:lnTo>
                  <a:pt x="8422920" y="3369169"/>
                </a:lnTo>
                <a:lnTo>
                  <a:pt x="0" y="33691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43000"/>
            <a:ext cx="153439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75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VISUALIZING SMARTSHELFX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65907" y="-11348965"/>
            <a:ext cx="12183808" cy="16492465"/>
          </a:xfrm>
          <a:custGeom>
            <a:avLst/>
            <a:gdLst/>
            <a:ahLst/>
            <a:cxnLst/>
            <a:rect r="r" b="b" t="t" l="l"/>
            <a:pathLst>
              <a:path h="16492465" w="12183808">
                <a:moveTo>
                  <a:pt x="0" y="0"/>
                </a:moveTo>
                <a:lnTo>
                  <a:pt x="12183808" y="0"/>
                </a:lnTo>
                <a:lnTo>
                  <a:pt x="12183808" y="16492465"/>
                </a:lnTo>
                <a:lnTo>
                  <a:pt x="0" y="16492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868762" y="8806815"/>
            <a:ext cx="12183808" cy="16492465"/>
          </a:xfrm>
          <a:custGeom>
            <a:avLst/>
            <a:gdLst/>
            <a:ahLst/>
            <a:cxnLst/>
            <a:rect r="r" b="b" t="t" l="l"/>
            <a:pathLst>
              <a:path h="16492465" w="12183808">
                <a:moveTo>
                  <a:pt x="0" y="0"/>
                </a:moveTo>
                <a:lnTo>
                  <a:pt x="12183809" y="0"/>
                </a:lnTo>
                <a:lnTo>
                  <a:pt x="12183809" y="16492465"/>
                </a:lnTo>
                <a:lnTo>
                  <a:pt x="0" y="16492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65907" y="2889887"/>
            <a:ext cx="14932311" cy="5916928"/>
          </a:xfrm>
          <a:custGeom>
            <a:avLst/>
            <a:gdLst/>
            <a:ahLst/>
            <a:cxnLst/>
            <a:rect r="r" b="b" t="t" l="l"/>
            <a:pathLst>
              <a:path h="5916928" w="14932311">
                <a:moveTo>
                  <a:pt x="0" y="0"/>
                </a:moveTo>
                <a:lnTo>
                  <a:pt x="14932311" y="0"/>
                </a:lnTo>
                <a:lnTo>
                  <a:pt x="14932311" y="5916928"/>
                </a:lnTo>
                <a:lnTo>
                  <a:pt x="0" y="5916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43000"/>
            <a:ext cx="153439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75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VISUALIZING SMARTSHELFX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392" y="55511"/>
            <a:ext cx="17522558" cy="11323953"/>
          </a:xfrm>
          <a:custGeom>
            <a:avLst/>
            <a:gdLst/>
            <a:ahLst/>
            <a:cxnLst/>
            <a:rect r="r" b="b" t="t" l="l"/>
            <a:pathLst>
              <a:path h="11323953" w="17522558">
                <a:moveTo>
                  <a:pt x="0" y="0"/>
                </a:moveTo>
                <a:lnTo>
                  <a:pt x="17522558" y="0"/>
                </a:lnTo>
                <a:lnTo>
                  <a:pt x="17522558" y="11323954"/>
                </a:lnTo>
                <a:lnTo>
                  <a:pt x="0" y="11323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6082" y="2808376"/>
            <a:ext cx="16263218" cy="6998385"/>
            <a:chOff x="0" y="0"/>
            <a:chExt cx="4283317" cy="18431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83317" cy="1843196"/>
            </a:xfrm>
            <a:custGeom>
              <a:avLst/>
              <a:gdLst/>
              <a:ahLst/>
              <a:cxnLst/>
              <a:rect r="r" b="b" t="t" l="l"/>
              <a:pathLst>
                <a:path h="1843196" w="4283317">
                  <a:moveTo>
                    <a:pt x="11425" y="0"/>
                  </a:moveTo>
                  <a:lnTo>
                    <a:pt x="4271892" y="0"/>
                  </a:lnTo>
                  <a:cubicBezTo>
                    <a:pt x="4278202" y="0"/>
                    <a:pt x="4283317" y="5115"/>
                    <a:pt x="4283317" y="11425"/>
                  </a:cubicBezTo>
                  <a:lnTo>
                    <a:pt x="4283317" y="1831771"/>
                  </a:lnTo>
                  <a:cubicBezTo>
                    <a:pt x="4283317" y="1838081"/>
                    <a:pt x="4278202" y="1843196"/>
                    <a:pt x="4271892" y="1843196"/>
                  </a:cubicBezTo>
                  <a:lnTo>
                    <a:pt x="11425" y="1843196"/>
                  </a:lnTo>
                  <a:cubicBezTo>
                    <a:pt x="5115" y="1843196"/>
                    <a:pt x="0" y="1838081"/>
                    <a:pt x="0" y="1831771"/>
                  </a:cubicBezTo>
                  <a:lnTo>
                    <a:pt x="0" y="11425"/>
                  </a:lnTo>
                  <a:cubicBezTo>
                    <a:pt x="0" y="5115"/>
                    <a:pt x="5115" y="0"/>
                    <a:pt x="11425" y="0"/>
                  </a:cubicBezTo>
                  <a:close/>
                </a:path>
              </a:pathLst>
            </a:custGeom>
            <a:solidFill>
              <a:srgbClr val="000000"/>
            </a:solidFill>
            <a:ln w="28575" cap="rnd">
              <a:solidFill>
                <a:srgbClr val="135DDD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4283317" cy="1833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14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9144000" y="3468447"/>
            <a:ext cx="0" cy="5290564"/>
          </a:xfrm>
          <a:prstGeom prst="line">
            <a:avLst/>
          </a:prstGeom>
          <a:ln cap="flat" w="38100">
            <a:solidFill>
              <a:srgbClr val="135D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322422" y="1617679"/>
            <a:ext cx="7643157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75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EVOLUTION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9045" y="4295908"/>
            <a:ext cx="6964044" cy="470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28"/>
              </a:lnSpc>
            </a:pPr>
            <a:r>
              <a:rPr lang="en-US" sz="3200" spc="-1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 Integrate AI for accurate demand forecasting and smart restocking decisions.</a:t>
            </a:r>
          </a:p>
          <a:p>
            <a:pPr algn="just">
              <a:lnSpc>
                <a:spcPts val="4128"/>
              </a:lnSpc>
            </a:pPr>
            <a:r>
              <a:rPr lang="en-US" sz="3200" spc="-1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• Develop a mobile application for remote inventory access and management.</a:t>
            </a:r>
          </a:p>
          <a:p>
            <a:pPr algn="just">
              <a:lnSpc>
                <a:spcPts val="4128"/>
              </a:lnSpc>
            </a:pPr>
            <a:r>
              <a:rPr lang="en-US" sz="3200" spc="-1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• Implement barcode and QR code scanning for faster product tracking.</a:t>
            </a:r>
          </a:p>
          <a:p>
            <a:pPr algn="just" marL="0" indent="0" lvl="1">
              <a:lnSpc>
                <a:spcPts val="412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371047" y="3420822"/>
            <a:ext cx="5200041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159"/>
              </a:lnSpc>
              <a:spcBef>
                <a:spcPct val="0"/>
              </a:spcBef>
            </a:pPr>
            <a:r>
              <a:rPr lang="en-US" b="true" sz="3999" spc="-219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Future Enhancement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48825" y="4295908"/>
            <a:ext cx="6964044" cy="470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28"/>
              </a:lnSpc>
            </a:pPr>
            <a:r>
              <a:rPr lang="en-US" sz="3200" spc="-1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• Ensuring accurate demand prediction and automation logic</a:t>
            </a:r>
          </a:p>
          <a:p>
            <a:pPr algn="just">
              <a:lnSpc>
                <a:spcPts val="4128"/>
              </a:lnSpc>
            </a:pPr>
            <a:r>
              <a:rPr lang="en-US" sz="3200" spc="-1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• Managing secure role-based access and data protection</a:t>
            </a:r>
          </a:p>
          <a:p>
            <a:pPr algn="just">
              <a:lnSpc>
                <a:spcPts val="4128"/>
              </a:lnSpc>
            </a:pPr>
            <a:r>
              <a:rPr lang="en-US" sz="3200" spc="-1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• Handling scalability for growing product and user data</a:t>
            </a:r>
          </a:p>
          <a:p>
            <a:pPr algn="just">
              <a:lnSpc>
                <a:spcPts val="4128"/>
              </a:lnSpc>
            </a:pPr>
            <a:r>
              <a:rPr lang="en-US" sz="3200" spc="-1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• Maintaining consistent UI/UX across different roles</a:t>
            </a:r>
          </a:p>
          <a:p>
            <a:pPr algn="just" marL="0" indent="0" lvl="1">
              <a:lnSpc>
                <a:spcPts val="4128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462527" y="3420822"/>
            <a:ext cx="3006103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159"/>
              </a:lnSpc>
              <a:spcBef>
                <a:spcPct val="0"/>
              </a:spcBef>
            </a:pPr>
            <a:r>
              <a:rPr lang="en-US" b="true" sz="3999" spc="-219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Challenges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504246" cy="10480667"/>
          </a:xfrm>
          <a:custGeom>
            <a:avLst/>
            <a:gdLst/>
            <a:ahLst/>
            <a:cxnLst/>
            <a:rect r="r" b="b" t="t" l="l"/>
            <a:pathLst>
              <a:path h="10480667" w="17504246">
                <a:moveTo>
                  <a:pt x="0" y="0"/>
                </a:moveTo>
                <a:lnTo>
                  <a:pt x="17504246" y="0"/>
                </a:lnTo>
                <a:lnTo>
                  <a:pt x="17504246" y="10480667"/>
                </a:lnTo>
                <a:lnTo>
                  <a:pt x="0" y="10480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17740" y="3589409"/>
            <a:ext cx="9052520" cy="3989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5"/>
              </a:lnSpc>
            </a:pPr>
            <a:r>
              <a:rPr lang="en-US" sz="3500" spc="-19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SmartShelfX enables efficient inventory management with timely product availability.</a:t>
            </a:r>
            <a:r>
              <a:rPr lang="en-US" sz="3500" spc="-19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  <a:p>
            <a:pPr algn="ctr">
              <a:lnSpc>
                <a:spcPts val="4515"/>
              </a:lnSpc>
            </a:pPr>
            <a:r>
              <a:rPr lang="en-US" sz="3500" spc="-19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It supports warehouse and retail operations through better visibility and accuracy. </a:t>
            </a:r>
          </a:p>
          <a:p>
            <a:pPr algn="ctr">
              <a:lnSpc>
                <a:spcPts val="4515"/>
              </a:lnSpc>
            </a:pPr>
            <a:r>
              <a:rPr lang="en-US" sz="3500" spc="-19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Its secure and scalable design allows future improvements as requirements grow.</a:t>
            </a:r>
          </a:p>
          <a:p>
            <a:pPr algn="ctr" marL="0" indent="0" lvl="1">
              <a:lnSpc>
                <a:spcPts val="4515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3201650" y="365407"/>
            <a:ext cx="4778093" cy="477809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1798" y="11798"/>
              <a:ext cx="789204" cy="789204"/>
            </a:xfrm>
            <a:custGeom>
              <a:avLst/>
              <a:gdLst/>
              <a:ahLst/>
              <a:cxnLst/>
              <a:rect r="r" b="b" t="t" l="l"/>
              <a:pathLst>
                <a:path h="789204" w="789204">
                  <a:moveTo>
                    <a:pt x="420954" y="14554"/>
                  </a:moveTo>
                  <a:lnTo>
                    <a:pt x="774650" y="368250"/>
                  </a:lnTo>
                  <a:cubicBezTo>
                    <a:pt x="789204" y="382804"/>
                    <a:pt x="789204" y="406400"/>
                    <a:pt x="774650" y="420954"/>
                  </a:cubicBezTo>
                  <a:lnTo>
                    <a:pt x="420954" y="774650"/>
                  </a:lnTo>
                  <a:cubicBezTo>
                    <a:pt x="406400" y="789204"/>
                    <a:pt x="382804" y="789204"/>
                    <a:pt x="368250" y="774650"/>
                  </a:cubicBezTo>
                  <a:lnTo>
                    <a:pt x="14554" y="420954"/>
                  </a:lnTo>
                  <a:cubicBezTo>
                    <a:pt x="0" y="406400"/>
                    <a:pt x="0" y="382804"/>
                    <a:pt x="14554" y="368250"/>
                  </a:cubicBezTo>
                  <a:lnTo>
                    <a:pt x="368250" y="14554"/>
                  </a:lnTo>
                  <a:cubicBezTo>
                    <a:pt x="382804" y="0"/>
                    <a:pt x="406400" y="0"/>
                    <a:pt x="420954" y="14554"/>
                  </a:cubicBezTo>
                  <a:close/>
                </a:path>
              </a:pathLst>
            </a:custGeom>
            <a:blipFill>
              <a:blip r:embed="rId3"/>
              <a:stretch>
                <a:fillRect l="-25046" t="0" r="-2504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8257" y="5143500"/>
            <a:ext cx="4778093" cy="477809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798" y="11798"/>
              <a:ext cx="789204" cy="789204"/>
            </a:xfrm>
            <a:custGeom>
              <a:avLst/>
              <a:gdLst/>
              <a:ahLst/>
              <a:cxnLst/>
              <a:rect r="r" b="b" t="t" l="l"/>
              <a:pathLst>
                <a:path h="789204" w="789204">
                  <a:moveTo>
                    <a:pt x="420954" y="14554"/>
                  </a:moveTo>
                  <a:lnTo>
                    <a:pt x="774650" y="368250"/>
                  </a:lnTo>
                  <a:cubicBezTo>
                    <a:pt x="789204" y="382804"/>
                    <a:pt x="789204" y="406400"/>
                    <a:pt x="774650" y="420954"/>
                  </a:cubicBezTo>
                  <a:lnTo>
                    <a:pt x="420954" y="774650"/>
                  </a:lnTo>
                  <a:cubicBezTo>
                    <a:pt x="406400" y="789204"/>
                    <a:pt x="382804" y="789204"/>
                    <a:pt x="368250" y="774650"/>
                  </a:cubicBezTo>
                  <a:lnTo>
                    <a:pt x="14554" y="420954"/>
                  </a:lnTo>
                  <a:cubicBezTo>
                    <a:pt x="0" y="406400"/>
                    <a:pt x="0" y="382804"/>
                    <a:pt x="14554" y="368250"/>
                  </a:cubicBezTo>
                  <a:lnTo>
                    <a:pt x="368250" y="14554"/>
                  </a:lnTo>
                  <a:cubicBezTo>
                    <a:pt x="382804" y="0"/>
                    <a:pt x="406400" y="0"/>
                    <a:pt x="420954" y="14554"/>
                  </a:cubicBezTo>
                  <a:close/>
                </a:path>
              </a:pathLst>
            </a:custGeom>
            <a:blipFill>
              <a:blip r:embed="rId4"/>
              <a:stretch>
                <a:fillRect l="-25046" t="0" r="-2504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086350" y="2297253"/>
            <a:ext cx="81153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7500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74051" y="1028700"/>
            <a:ext cx="11139898" cy="8229600"/>
          </a:xfrm>
          <a:custGeom>
            <a:avLst/>
            <a:gdLst/>
            <a:ahLst/>
            <a:cxnLst/>
            <a:rect r="r" b="b" t="t" l="l"/>
            <a:pathLst>
              <a:path h="8229600" w="11139898">
                <a:moveTo>
                  <a:pt x="0" y="0"/>
                </a:moveTo>
                <a:lnTo>
                  <a:pt x="11139898" y="0"/>
                </a:lnTo>
                <a:lnTo>
                  <a:pt x="1113989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218464">
            <a:off x="5789626" y="1586262"/>
            <a:ext cx="6851142" cy="8229600"/>
          </a:xfrm>
          <a:custGeom>
            <a:avLst/>
            <a:gdLst/>
            <a:ahLst/>
            <a:cxnLst/>
            <a:rect r="r" b="b" t="t" l="l"/>
            <a:pathLst>
              <a:path h="8229600" w="6851142">
                <a:moveTo>
                  <a:pt x="0" y="0"/>
                </a:moveTo>
                <a:lnTo>
                  <a:pt x="6851142" y="0"/>
                </a:lnTo>
                <a:lnTo>
                  <a:pt x="685114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994349" y="8881354"/>
            <a:ext cx="10950493" cy="4640272"/>
          </a:xfrm>
          <a:custGeom>
            <a:avLst/>
            <a:gdLst/>
            <a:ahLst/>
            <a:cxnLst/>
            <a:rect r="r" b="b" t="t" l="l"/>
            <a:pathLst>
              <a:path h="4640272" w="10950493">
                <a:moveTo>
                  <a:pt x="0" y="0"/>
                </a:moveTo>
                <a:lnTo>
                  <a:pt x="10950493" y="0"/>
                </a:lnTo>
                <a:lnTo>
                  <a:pt x="10950493" y="4640271"/>
                </a:lnTo>
                <a:lnTo>
                  <a:pt x="0" y="4640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70649" y="4406021"/>
            <a:ext cx="10546702" cy="1646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05"/>
              </a:lnSpc>
            </a:pPr>
            <a:r>
              <a:rPr lang="en-US" sz="1192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0">
            <a:off x="13748019" y="-3098259"/>
            <a:ext cx="10950493" cy="4640272"/>
          </a:xfrm>
          <a:custGeom>
            <a:avLst/>
            <a:gdLst/>
            <a:ahLst/>
            <a:cxnLst/>
            <a:rect r="r" b="b" t="t" l="l"/>
            <a:pathLst>
              <a:path h="4640272" w="10950493">
                <a:moveTo>
                  <a:pt x="10950494" y="4640271"/>
                </a:moveTo>
                <a:lnTo>
                  <a:pt x="0" y="4640271"/>
                </a:lnTo>
                <a:lnTo>
                  <a:pt x="0" y="0"/>
                </a:lnTo>
                <a:lnTo>
                  <a:pt x="10950494" y="0"/>
                </a:lnTo>
                <a:lnTo>
                  <a:pt x="10950494" y="464027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DAG3qPKbemY</dc:identifier>
  <dcterms:modified xsi:type="dcterms:W3CDTF">2011-08-01T06:04:30Z</dcterms:modified>
  <cp:revision>1</cp:revision>
  <dc:title>Black and White Gradient Cyber Security Presentation</dc:title>
</cp:coreProperties>
</file>